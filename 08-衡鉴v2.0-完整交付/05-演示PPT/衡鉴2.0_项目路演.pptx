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54864" cy="219456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47088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衡鉴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HENGJIAN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企业合同智能审查系统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让每一份合同，在审批前先过一遍「数字法务」的脑子 —— 风险可定位、依据可追溯、意见可回写。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709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版本 2.0.0　｜　需求出处：《项目实战》2.4 合同审批审查系统　｜　验收：八条标准 8/8 满足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交付人：李奕波　｜　2026-09-19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40680"/>
            <a:ext cx="1680972" cy="9601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559552"/>
            <a:ext cx="13883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规则条数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5644" y="5440680"/>
            <a:ext cx="1680972" cy="9601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0236" y="5559552"/>
            <a:ext cx="13883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接口路径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5440680"/>
            <a:ext cx="1680972" cy="9601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5559552"/>
            <a:ext cx="13883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39/39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6772" y="5440680"/>
            <a:ext cx="1680972" cy="9601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5559552"/>
            <a:ext cx="13883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接口冒烟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64/64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5440680"/>
            <a:ext cx="1680972" cy="9601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6928" y="5559552"/>
            <a:ext cx="13883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高风险召回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7900" y="5440680"/>
            <a:ext cx="1680972" cy="9601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2492" y="5559552"/>
            <a:ext cx="13883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误报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一、业务建模 · 项目场景分析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审批人只有几分钟，却要读懂几十页合同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真实痛点从来不是「没有制度」，而是「人不够快、不够专、留不下痕」。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41148" cy="178308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95144"/>
            <a:ext cx="313639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看不完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一份采购合同 30–60 页，逐条通读需 2 小时以上。
审批流卡在人身上，业务等不起。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41148" cy="178308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95144"/>
            <a:ext cx="313639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看不准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风险藏在违约责任、争议管辖、知识产权等少数条款里。
缺一条验收前置条件，可能就是全款风险。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02152" cy="178308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48840"/>
            <a:ext cx="41148" cy="178308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295144"/>
            <a:ext cx="313639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说不清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审批意见靠口头与批注，历史合同无法复盘。
出了纠纷，责任链断在半路。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10908792" cy="173736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我们对这个项目的问题定义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在【不改变审批权责】的前提下，把「读合同、找风险、写意见」三步自动化，让审批人只做一件事 —— 做决定。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边界：系统只生成审查意见、只写审批评论区；不提供通过 / 拒绝 / 转交 / 撤回等任何改变审批结论的动作。最终判断永远属于审批人。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一、业务建模 · 问题建模与边界定义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谁有权下结论 —— 这是整套系统最重要的一条判断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不是「把合同丢给大模型」，而是明确划分：谁判定、谁表达、谁决定。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41148" cy="237744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313639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规则引擎（主路径）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有权：判定风险等级、给出命中项与原文坐标。
理由：同一份合同任何时候跑都必须得到同一份结论 —— 可复现才能被法务采信。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41148" cy="237744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12264"/>
            <a:ext cx="313639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大模型（增强路径）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只做三件事：解释成因、润色示范条款、检测跨条款矛盾。
理由：这些恰恰是规则写不出来、而模型擅长的部分。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965960"/>
            <a:ext cx="41148" cy="237744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112264"/>
            <a:ext cx="313639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法务审查人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决定：采纳或调整建议、补充批注、是否回写审批单。
系统的输出是「意见」，不是「结论」。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09160"/>
            <a:ext cx="10908792" cy="1298448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10332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约束不是口号，是代码里的硬约束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① LLM 的 Prompt 明确禁止新增 / 删除 / 合并风险项，禁止修改风险等级；② 输出必须过结构校验，失败即降级为模板生成器；③ 后端不存在任何改变审批结论的接口。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二、技术架构 · Agent 多步推理架构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七层架构：从接入到观测的完整链路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依赖方向单向向下（api → services → db/config）；解析与审查严格分离，避免带着空正文跑出「看起来正常其实全错」的结论。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45720" cy="493776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① 接入层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0253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本地上传（DOCX / PDF / 扫描件）· 审批系统待办拉取（模拟器）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87168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45720" cy="493776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6946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② 编排层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69464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pipeline.py：任务状态机 · 幂等控制 · 阻塞重试 · SSE 事件总线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54096"/>
            <a:ext cx="45720" cy="493776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36392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③ 解析层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136392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parser_docx / parser_pdf / parser_ocr → coordinator 统一坐标系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21024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21024"/>
            <a:ext cx="45720" cy="49377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03320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④ 审查层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03320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rule_engine（32 条规则 / 8 种判定）→ llm（证据约束，可降级）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87952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87952"/>
            <a:ext cx="45720" cy="493776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70248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⑤ 回写层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270248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writer 意见组装 + 合同画像 · writeback(DRY_RUN + 幂等) · report(MD/PDF)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754880"/>
            <a:ext cx="45720" cy="493776"/>
          </a:xfrm>
          <a:prstGeom prst="rect">
            <a:avLst/>
          </a:prstGeom>
          <a:solidFill>
            <a:srgbClr val="6E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37176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⑥ 数据层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8371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SQLite(WAL) 10 张表：任务 / 文档 / 条款 / 命中 / 意见 / 回写 / 审计 / 评测 / HITL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21808"/>
            <a:ext cx="10908792" cy="493776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321808"/>
            <a:ext cx="45720" cy="493776"/>
          </a:xfrm>
          <a:prstGeom prst="rect">
            <a:avLst/>
          </a:prstGeom>
          <a:solidFill>
            <a:srgbClr val="6E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404104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⑦ 观测层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404104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audit_logs 全链路留痕 · eval_runs 评测看板 · /api/system/health 健康检查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二、技术架构 · 可解释性输出方案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三个技术支点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支撑「结论可复现、证据可溯源、演示零事故」的三件事。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02152" cy="40233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" cy="402336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823"/>
            <a:ext cx="3136392" cy="376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支点一 · 统一坐标系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唯一真理坐标系 = 解析出的全文字符串。
任何风险必须落到 [char_start, char_end) 区间；
DOCX / PDF / OCR 三源同构映射。
→ 前端只需一种高亮逻辑；法务可逐字核对。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02152" cy="40233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41148" cy="402336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20823"/>
            <a:ext cx="3136392" cy="376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支点二 · 视角解析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「知识产权归甲方所有」在采购合同里对我方有利，
在销售合同里恰恰相反。
规则用 {我方} / {对方} 占位书写，运行期实例化。
→ 脱离视角的关键词匹配必然大面积误报。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02152" cy="40233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41148" cy="402336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0823"/>
            <a:ext cx="3136392" cy="376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支点三 · 双引擎可降级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规则引擎下判定（可复现、可审计）；
LLM 只解释 / 润色 / 查矛盾。
超时 8 秒或返回非法 → 确定性模板生成器。
→ 结论与建议完全不变，只是解释由模板拼装。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二、技术架构 · 可解释性输出方案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证据链到字符级：点哪跳哪，划哪查哪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大多数方案止步于「给出风险段落文字」。而法务敢采信的前提，是能从结论一路点到原文那一句。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03754" cy="114300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1"/>
            <a:ext cx="231114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段落 + 字符区间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8426" y="1874519"/>
            <a:ext cx="2603754" cy="114300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3018" y="1993391"/>
            <a:ext cx="231114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页 + 块 + 字符区间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6772" y="1874519"/>
            <a:ext cx="2603754" cy="114300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993391"/>
            <a:ext cx="231114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扫描件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OCR 行框 + 字符区间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5118" y="1874519"/>
            <a:ext cx="2603754" cy="114300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9710" y="1993391"/>
            <a:ext cx="231114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前端高亮逻辑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1 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2044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卡片 → 原文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点右侧任一条风险卡，左侧平滑滚动到目标段落并播放高亮脉冲。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实测（01 埋雷合同）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· HJ-H-001 知识产权归属相对方 → 第 2 页 段#19 [627,687)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· HJ-H-003 违约责任严重不对等 → 第 2 页 段#25 [812,846)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· HJ-H-004 管辖约定在相对方所在地 → 第 3 页 段#32 [1040,1067)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33756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52044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原文 → 卡片（反查）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在正文里划选一段文字，弹出「片段研判」列出该片段涉及的风险项。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5C542"/>
                </a:solidFill>
                <a:latin typeface="Microsoft YaHei"/>
                <a:ea typeface="Microsoft YaHei"/>
                <a:cs typeface="Microsoft YaHei"/>
              </a:rPr>
              <a:t>不做什么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· 不估算页码：DOCX 无分页信息时如实退化为 page=1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· 不伪造定位：坐标取不到原文时标记为 -1，前端不渲染定位按钮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C542"/>
                </a:solidFill>
                <a:latin typeface="Microsoft YaHei"/>
                <a:ea typeface="Microsoft YaHei"/>
                <a:cs typeface="Microsoft YaHei"/>
              </a:rPr>
              <a:t>  假定位比没定位更危险。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三、数据与接口 · 审核规则体系梳理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规则体系：32 条规则 · 8 种判定类型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「没写的」和「写错的」一样危险 —— 因此缺失类判定是一等公民。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680972" cy="105156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1"/>
            <a:ext cx="138836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规则总数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5644" y="1874519"/>
            <a:ext cx="1680972" cy="105156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0236" y="1993391"/>
            <a:ext cx="138836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5D5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874519"/>
            <a:ext cx="1680972" cy="105156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1993391"/>
            <a:ext cx="138836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中风险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C54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6772" y="1874519"/>
            <a:ext cx="1680972" cy="105156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993391"/>
            <a:ext cx="138836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低风险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1874519"/>
            <a:ext cx="1680972" cy="105156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6928" y="1993391"/>
            <a:ext cx="138836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判定类型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8 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7900" y="1874519"/>
            <a:ext cx="1680972" cy="105156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2492" y="1993391"/>
            <a:ext cx="138836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示范条款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14 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546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54680"/>
            <a:ext cx="41148" cy="13716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00984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keyword / regex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关键词与正则命中；支持语境排除（exclude_keywords）
例：HJ-H-004 管辖约定在相对方所在地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1546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154680"/>
            <a:ext cx="41148" cy="13716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300984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numeric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数值阈值比对；支持多模式并排除「设上限」表述
例：HJ-H-006 违约金 &gt; 30% 判高风险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1546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154680"/>
            <a:ext cx="41148" cy="137160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300984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imbalance_regex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权责不对等：同一方 + 若干字符内 + 加重/减轻措辞
例：HJ-H-003 我方无上限赔偿 vs 对方万分之一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2744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727448"/>
            <a:ext cx="41148" cy="137160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873752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missing_clause / absent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必备条款缺失；支持前提条件（if_any）
例：HJ-H-009 缺失违约责任条款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72744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727448"/>
            <a:ext cx="41148" cy="137160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4873752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required_combo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条款组合缺失：共现判定 + 前提 + 反向排除
例：HJ-H-002 付款缺少验收前置（到货即付全款）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72744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727448"/>
            <a:ext cx="41148" cy="137160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4873752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视角 + 适用面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{我方}/{对方} 占位 + biz_types 规则级适用范围
例：付款须挂钩验收对劳动合同不适用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三、数据与接口 · 领域数据模型定义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数据模型与状态机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10 张表 · 5 态任务机 · 4 态回写机 · 6 种阻塞码。HITL 用「动作流水」代替状态字段 —— 审计信息就是业务数据本身。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" cy="15544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823"/>
            <a:ext cx="313639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10 张表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contracts · documents · clauses · findings · reviews
writebacks · audit_logs · eval_runs · platform_comments · hitl_actions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41148" cy="155448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20823"/>
            <a:ext cx="313639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任务状态机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pending → parsing → reviewing → completed
　　　　└→ blocked（一键重试，幂等键保留）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41148" cy="155448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0823"/>
            <a:ext cx="313639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回写状态机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not_written → writing → success / failed
失败保留错误与重试入口；幂等三键防重复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10908792" cy="237744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2"/>
            <a:ext cx="10332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六种阻塞码：必须可区分，否则重试没有意义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DOC_ENCRYPTED　文档加密 → 需去除密码，重试无意义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OCR_ENGINE_UNAVAILABLE　OCR 未安装 → 需装环境，不是文件问题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OCR_LOW_CONFIDENCE　置信度 &lt; 0.35 → 需换清晰扫描件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EMPTY_CONTENT　正文 &lt; 120 字 → 可能是纯图片文档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PARSE_FAILED / PIPELINE_ERROR　→ 查审计留痕定位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C542"/>
                </a:solidFill>
                <a:latin typeface="Microsoft YaHei"/>
                <a:ea typeface="Microsoft YaHei"/>
                <a:cs typeface="Microsoft YaHei"/>
              </a:rPr>
              <a:t>「引擎缺失」与「图片模糊」必须分开记录 —— 否则用户只会反复点重试然后放弃。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三、技术架构 · 人机交互（HITL）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人工审核：中断点不是报错，是流程停下来等人做决定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与 LangGraph 的 interrupt / resume 语义对齐；四类动作全部留痕。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576322" cy="18288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41148" cy="182880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66544"/>
            <a:ext cx="221056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approve 同意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同意系统审查结论
→ 解锁回写审批系统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570" y="1920240"/>
            <a:ext cx="2576322" cy="18288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7570" y="1920240"/>
            <a:ext cx="41148" cy="18288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8738" y="2066544"/>
            <a:ext cx="221056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edit 修改后确认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调整风险等级 / 改写建议
→ 自动重算综合等级与审查结论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920240"/>
            <a:ext cx="2576322" cy="18288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920240"/>
            <a:ext cx="41148" cy="182880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6228" y="2066544"/>
            <a:ext cx="221056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reject 驳回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审查结果存在实质错误时使用
→ 清空本次产物，任务回 pending 并重跑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2550" y="1920240"/>
            <a:ext cx="2576322" cy="182880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72550" y="1920240"/>
            <a:ext cx="41148" cy="182880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3718" y="2066544"/>
            <a:ext cx="221056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resume 恢复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从阻塞中断点恢复
→ 等价重试，但保留中断上下文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10908792" cy="201168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42232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FF5D5D"/>
                </a:solidFill>
                <a:latin typeface="Microsoft YaHei"/>
                <a:ea typeface="Microsoft YaHei"/>
                <a:cs typeface="Microsoft YaHei"/>
              </a:rPr>
              <a:t>门禁设计：驳回后禁止回写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审查结果被驳回后，POST /writeback 返回 409 并提示「请重新发起审查后再回写」。两道校验：① 任务状态必须为 completed；② 最后一次 HITL 动作不得为 reject。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为什么用「动作流水」而不是「状态字段」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hitl_actions 表只增不改不删：谁在什么时候同意 / 修改 / 驳回了什么，天然可追溯。与 audit_logs 的分工是 —— 前者记录业务决策，后者记录系统执行。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三、技术架构 · 安全边界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审批回写：只写意见，不改结论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这是系统能被法务信任的前提，也是所有设计的收束点。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76322" cy="19202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" cy="192024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823"/>
            <a:ext cx="2210562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只写评论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后端不存在任何审批结论写操作接口。
系统没有通过 / 拒绝 / 转交 / 撤回能力。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570" y="1874519"/>
            <a:ext cx="2576322" cy="19202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7570" y="1874519"/>
            <a:ext cx="41148" cy="192024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8738" y="2020823"/>
            <a:ext cx="2210562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DRY_RUN 前置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回写前先生成待写入正文给你确认。
预览模式只落库、不外发。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874519"/>
            <a:ext cx="2576322" cy="19202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874519"/>
            <a:ext cx="41148" cy="192024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6228" y="2020823"/>
            <a:ext cx="2210562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幂等三键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合同编号 | 附件 SHA256 | 规则版本号。
重复触发返回既有结果并记警告日志。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2550" y="1874519"/>
            <a:ext cx="2576322" cy="19202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72550" y="1874519"/>
            <a:ext cx="41148" cy="192024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3718" y="2020823"/>
            <a:ext cx="2210562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状态机兜底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任何下游异常落到 failed，
保留错误信息与重试入口，不会静默丢单。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08792" cy="192024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实测证据（可当场复现）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① DRY_RUN 预览 1732 字 → 审批评论区 0 条（未写入）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② 真实回写 → 评论 ID CMT-000001 → 评论区 1 条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③ 再次触发同一回写 → 返回 skipped=true → 评论区仍 1 条（幂等生效）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审计留痕：writeback.preview / writeback.write / writeback.skip 三态均落 audit_logs。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四、前端实现 · 设计稿转代码落地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零构建前端：4 个页面，深色专业主题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不用 npm、不用框架、不用 CDN —— 断网也能完整演示。复杂交互用字符区间求交实现。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76322" cy="19659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" cy="196596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823"/>
            <a:ext cx="221056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审查大盘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统计卡 · 任务列表（高风险优先）· 多条件筛选
上传/拉取入口 · 实时流水线时间轴 · 状态分布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570" y="1874519"/>
            <a:ext cx="2576322" cy="19659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7570" y="1874519"/>
            <a:ext cx="41148" cy="196596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8738" y="2020823"/>
            <a:ext cx="221056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智能审查工作台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双栏联动 · 风险卡分级 · 成因与依据折叠
可编辑采纳 · HITL 面板 · 回写与评论区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874519"/>
            <a:ext cx="2576322" cy="19659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874519"/>
            <a:ext cx="41148" cy="196596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6228" y="2020823"/>
            <a:ext cx="221056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合规规则与模板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按条款类型分组的规则树 · 规则编辑表单
14 套标准示范条款库 · 反向引用提示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2550" y="1874519"/>
            <a:ext cx="2576322" cy="19659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72550" y="1874519"/>
            <a:ext cx="41148" cy="196596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3718" y="2020823"/>
            <a:ext cx="2210562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评测与观测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六张指标卡 · 逐份样例明细表
一键跑分 · 系统运行观测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10908792" cy="1874519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10332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三个值得单说的交互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① 双向联动：点卡片跳页高亮（脉冲）；划选原文反查涉及风险 —— 跨 DOCX / PDF / OCR 共用一套逻辑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② 键盘流：j / k 切换风险、Enter 采纳、/ 聚焦检索 —— 给每天看几十份合同的人准备的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③ 实时进度：SSE 事件流，从 seq 断线续传；Nginx 侧必须关闭缓冲，否则事件会被积压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五、工程与交付 · 验证证据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用可复现的数字说话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四项验证全部实测通过；每条命令都写在文档里，任何人可以重跑一遍。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680972" cy="11887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39112"/>
            <a:ext cx="138836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39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5644" y="1920240"/>
            <a:ext cx="1680972" cy="11887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0236" y="2039112"/>
            <a:ext cx="138836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接口冒烟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64 / 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920240"/>
            <a:ext cx="1680972" cy="11887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39112"/>
            <a:ext cx="138836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端到端演示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8 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6772" y="1920240"/>
            <a:ext cx="1680972" cy="11887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2039112"/>
            <a:ext cx="138836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高风险召回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1920240"/>
            <a:ext cx="1680972" cy="11887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6928" y="2039112"/>
            <a:ext cx="138836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误报数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7900" y="1920240"/>
            <a:ext cx="1680972" cy="1188720"/>
          </a:xfrm>
          <a:prstGeom prst="roundRect">
            <a:avLst>
              <a:gd name="adj" fmla="val 8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2492" y="2039112"/>
            <a:ext cx="138836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平均解析耗时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≈700ms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5353812" cy="21945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83280"/>
            <a:ext cx="41148" cy="219456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529584"/>
            <a:ext cx="4988052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端到端实测（01 埋雷合同）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解析 python-docx · 4 页 / 1245 字 / 10 个条款节点
审查命中 11 项（高 6 / 中 2 / 低 3）· 规则判定 1 ms · 结论「建议拒绝」
回写 CMT-000001 → 幂等跳过 → 报告 Markdown 3360 字 + PDF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5060" y="3383280"/>
            <a:ext cx="5353812" cy="219456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5060" y="3383280"/>
            <a:ext cx="41148" cy="219456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6228" y="3529584"/>
            <a:ext cx="4988052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异常实测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加密件 → blocked · block_code=DOC_ENCRYPTED · 原因可读
重试后仍 blocked 且 clauses 表无残留脏数据
（文件未更换，重试本就不该成功 —— 这是预期行为）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五、工程与交付 · 指标口径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关于 100% 的诚实说明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我们说的是「可验证的真话」，不是「无法验证的漂亮话」。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196596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5C542"/>
                </a:solidFill>
                <a:latin typeface="Microsoft YaHei"/>
                <a:ea typeface="Microsoft YaHei"/>
                <a:cs typeface="Microsoft YaHei"/>
              </a:rPr>
              <a:t>黄金标注与规则库由同一团队同步编写。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因此 100% 召回是【内部回归基线】—— 它的作用是防止「改一条规则、伤三处条款」，不等于面对全新语料的泛化能力。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类比：单元测试全绿不代表程序没有 bug，只代表已写下的断言都成立。「我们的规则在自建样例集上召回 100%」可验证；「我们的系统能识别 100% 的合同风险」无法验证 —— 我们说前者。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908792" cy="210312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补上泛化能力的路径（路线图 M2）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① 采集 50–100 份真实合同（脱敏），覆盖更多业务类型与排版风格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② 由未参与规则编写的法务人员独立标注风险清单（盲测）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③ 在盲测集上跑分，公开真实的召回率与误报率（预期低于 100%，这是正常的）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④ 按漏报 / 误报聚类，定向补充与收紧规则，形成「标注 → 跑分 → 调优」闭环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五、工程与交付 · 局限与演进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诚实的局限清单与演进路线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未完成的事不隐藏在细节里 —— 全部登记，标注优先级。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" cy="169164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823"/>
            <a:ext cx="31363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U1 三角色 RBAC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需求 2.4.2 的权限隔离未实现。
当前无鉴权，只能内网演示。
→ 路线图 M1，上线前必做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41148" cy="169164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20823"/>
            <a:ext cx="31363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U2 真实审批对接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当前为内置模拟器，未验证真实系统兼容性。
适配器位置已预留。
→ 路线图 M3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41148" cy="1691640"/>
          </a:xfrm>
          <a:prstGeom prst="rect">
            <a:avLst/>
          </a:prstGeom>
          <a:solidFill>
            <a:srgbClr val="6E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0823"/>
            <a:ext cx="31363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U3 孪生演示台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单文件 HTML 驾驶舱未实现。
已主动降优先级。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67327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67327"/>
            <a:ext cx="41148" cy="169164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13631"/>
            <a:ext cx="31363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U4 第三方盲测集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准确率缺外部验证。
→ 路线图 M2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67327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767327"/>
            <a:ext cx="41148" cy="169164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913631"/>
            <a:ext cx="31363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P1 Docker 镜像未实跑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配置全部就绪、依赖清单已核对，
但镜像未在本地实际构建。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767327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767327"/>
            <a:ext cx="41148" cy="169164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913631"/>
            <a:ext cx="31363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P2 CI 未远端实跑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四道门禁配置完整、各步命令本地验证通过，
但未在远端 runner 跑过。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31920"/>
            <a:ext cx="10908792" cy="210312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96512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下一步行动（按优先级）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P0　三角色 RBAC 与登录鉴权（复用既有 BossPortal SSO 方案）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P0　本地实跑 docker build + 容器健康检查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P1　服务器 8130 部署 + 跨端口 SSO 接入　｜　第三方盲测集（50–100 份真实脱敏合同）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P2　真实审批系统适配器实现　｜　关键路径录屏与演示彩排 2 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P3　批量操作、阻塞告警推送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五、工程与交付 · 交付物清单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交付物：22 份文档 + 可运行系统 + 架构图 +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按「基线 → 业务 → 架构 → 实现 → 联调 → 部署 → 交付」七段组织；全部数字以《项目事实基线》为准。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2764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41148" cy="210312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0823"/>
            <a:ext cx="3136392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可运行系统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backend 30 个 Python 文件 + frontend 10 个静态文件
13 份样例合同 · git 追踪 58 个文件
双击 start.bat 即可启动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41148" cy="21031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20823"/>
            <a:ext cx="3136392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22 份交付文档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业务建模 7 · 建模交互 8 · 架构数据 12 · 接口实现 6
联调 1 · 部署交付 8 · 基线 4
（含正式交付物全部 23 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02152" cy="2103120"/>
          </a:xfrm>
          <a:prstGeom prst="roundRect">
            <a:avLst>
              <a:gd name="adj" fmla="val 6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41148" cy="210312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0823"/>
            <a:ext cx="3136392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配套产物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全流程架构图（单文件 HTML）
关键文档 Word 版 · 展示版 HTML
演示 PPT · 验证证据包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908792" cy="182880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2E3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验收结论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需求 2.4.10 八条验收标准：8 / 8 满足。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需求 2.4.1–2.4.9 开发范围：53 项中 50 项满足、2 项部分完成、1 项未完成（RBAC）。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交付路径：E:\桌面\合同审批系统-李奕波\08-衡鉴v2.0-完整交付\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54864" cy="2286000"/>
          </a:xfrm>
          <a:prstGeom prst="rect">
            <a:avLst/>
          </a:prstGeom>
          <a:solidFill>
            <a:srgbClr val="35C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0312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这套系统值得交付的不是「它能审查合同」，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A7B0C0"/>
                </a:solidFill>
                <a:latin typeface="Microsoft YaHei"/>
                <a:ea typeface="Microsoft YaHei"/>
                <a:cs typeface="Microsoft YaHei"/>
              </a:rPr>
              <a:t>而是每一条结论都能被逐字核对 ——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1" i="0">
                <a:solidFill>
                  <a:srgbClr val="E6EAF2"/>
                </a:solidFill>
                <a:latin typeface="Microsoft YaHei"/>
                <a:ea typeface="Microsoft YaHei"/>
                <a:cs typeface="Microsoft YaHei"/>
              </a:rPr>
              <a:t>点到原文那一句、点到规则那一条、点到法条那一款。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5CE8D"/>
                </a:solidFill>
                <a:latin typeface="Microsoft YaHei"/>
                <a:ea typeface="Microsoft YaHei"/>
                <a:cs typeface="Microsoft YaHei"/>
              </a:rPr>
              <a:t>至于它还做不到什么，我们都写在了交付物里。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衡鉴 HengJian · 企业合同智能审查系统 v2.0.0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7A8D"/>
                </a:solidFill>
                <a:latin typeface="Microsoft YaHei"/>
                <a:ea typeface="Microsoft YaHei"/>
                <a:cs typeface="Microsoft YaHei"/>
              </a:rPr>
              <a:t>交付人：李奕波　｜　编制：启明　｜　2026-09-19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